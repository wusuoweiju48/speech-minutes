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" r:id="rId3"/>
    <p:sldId id="265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744F3"/>
    <a:srgbClr val="FAFF8B"/>
    <a:srgbClr val="F3FF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2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B26A3-8F26-AA4D-B439-20B422C683D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2FDD3-E15E-C64C-9AA0-75FF5E7F99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A2AA9-8CAE-1946-BE04-6B30333C772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554BC-33E9-4E47-B251-5AF0069849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889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3366FF"/>
                </a:solidFill>
                <a:latin typeface="+mj-lt"/>
                <a:cs typeface="Calibri" panose="020F0502020204030204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6130"/>
            <a:ext cx="8229600" cy="4840034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 sz="26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en-US" altLang="zh-CN" dirty="0"/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83" y="6356350"/>
            <a:ext cx="1219200" cy="3175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/>
              <a:t>2014-02-18</a:t>
            </a:r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012259" y="6369621"/>
            <a:ext cx="2016125" cy="3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06137" y="819696"/>
            <a:ext cx="5815046" cy="1053564"/>
          </a:xfrm>
        </p:spPr>
        <p:txBody>
          <a:bodyPr>
            <a:normAutofit fontScale="90000"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Digital Speech Processing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07897" y="4067786"/>
            <a:ext cx="4646735" cy="2352947"/>
          </a:xfrm>
        </p:spPr>
        <p:txBody>
          <a:bodyPr>
            <a:normAutofit fontScale="92500"/>
          </a:bodyPr>
          <a:lstStyle/>
          <a:p>
            <a:pPr algn="l"/>
            <a:r>
              <a:rPr kumimoji="1" lang="zh-CN" altLang="en-US" sz="3400" dirty="0">
                <a:solidFill>
                  <a:srgbClr val="000000"/>
                </a:solidFill>
              </a:rPr>
              <a:t>龙艳花</a:t>
            </a:r>
            <a:r>
              <a:rPr kumimoji="1" lang="en-US" altLang="zh-CN" sz="3400" dirty="0">
                <a:solidFill>
                  <a:srgbClr val="000000"/>
                </a:solidFill>
              </a:rPr>
              <a:t> </a:t>
            </a:r>
            <a:r>
              <a:rPr kumimoji="1" lang="en-US" altLang="zh-CN" sz="3400" dirty="0" err="1">
                <a:solidFill>
                  <a:srgbClr val="000000"/>
                </a:solidFill>
              </a:rPr>
              <a:t>Email:yanhua@shnu.edu.cn</a:t>
            </a:r>
            <a:r>
              <a:rPr kumimoji="1" lang="en-US" altLang="zh-CN" sz="3400" dirty="0">
                <a:solidFill>
                  <a:srgbClr val="000000"/>
                </a:solidFill>
              </a:rPr>
              <a:t> </a:t>
            </a:r>
            <a:endParaRPr kumimoji="1" lang="en-US" altLang="zh-CN" sz="3400" dirty="0">
              <a:solidFill>
                <a:srgbClr val="000000"/>
              </a:solidFill>
            </a:endParaRPr>
          </a:p>
          <a:p>
            <a:pPr algn="l">
              <a:spcBef>
                <a:spcPts val="1970"/>
              </a:spcBef>
            </a:pPr>
            <a:r>
              <a:rPr kumimoji="1" lang="zh-CN" altLang="en-US" sz="3400" dirty="0">
                <a:solidFill>
                  <a:srgbClr val="000000"/>
                </a:solidFill>
              </a:rPr>
              <a:t>电子信息工程系</a:t>
            </a:r>
            <a:endParaRPr kumimoji="1" lang="en-US" altLang="zh-CN" sz="3400" dirty="0">
              <a:solidFill>
                <a:srgbClr val="000000"/>
              </a:solidFill>
            </a:endParaRPr>
          </a:p>
          <a:p>
            <a:pPr algn="l"/>
            <a:r>
              <a:rPr kumimoji="1" lang="zh-CN" altLang="en-US" sz="3400" dirty="0">
                <a:solidFill>
                  <a:srgbClr val="000000"/>
                </a:solidFill>
              </a:rPr>
              <a:t>上海师范大学</a:t>
            </a:r>
            <a:endParaRPr kumimoji="1" lang="en-US" altLang="zh-CN" sz="3400" dirty="0">
              <a:solidFill>
                <a:srgbClr val="000000"/>
              </a:solidFill>
            </a:endParaRPr>
          </a:p>
          <a:p>
            <a:pPr algn="l"/>
            <a:endParaRPr kumimoji="1" lang="en-US" altLang="zh-CN" sz="3400" dirty="0">
              <a:solidFill>
                <a:srgbClr val="000000"/>
              </a:solidFill>
            </a:endParaRPr>
          </a:p>
          <a:p>
            <a:pPr algn="l"/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359868" y="2178059"/>
            <a:ext cx="8347956" cy="115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4000" b="1" dirty="0">
                <a:solidFill>
                  <a:srgbClr val="3366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期末项目所需提交材料示例</a:t>
            </a:r>
            <a:endParaRPr kumimoji="1" lang="zh-CN" altLang="en-US" sz="4000" b="1" dirty="0">
              <a:solidFill>
                <a:srgbClr val="3366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4958080"/>
            <a:ext cx="7677150" cy="145542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70840" y="123508"/>
            <a:ext cx="8229600" cy="685889"/>
          </a:xfrm>
        </p:spPr>
        <p:txBody>
          <a:bodyPr/>
          <a:lstStyle/>
          <a:p>
            <a:r>
              <a:rPr kumimoji="1" lang="zh-CN" altLang="en-US" b="1" dirty="0"/>
              <a:t>每一组项目所需提交材料示例</a:t>
            </a:r>
            <a:endParaRPr kumimoji="1"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26110" y="870585"/>
            <a:ext cx="797433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提交截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止时间：第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</a:rPr>
              <a:t>16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周上课当天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（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sym typeface="+mn-ea"/>
              </a:rPr>
              <a:t>1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）所有</a:t>
            </a: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材料电子版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，命名为：</a:t>
            </a:r>
            <a:r>
              <a:rPr lang="zh-CN" altLang="en-US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第</a:t>
            </a:r>
            <a:r>
              <a:rPr lang="en-US" altLang="zh-CN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x</a:t>
            </a:r>
            <a:r>
              <a:rPr lang="zh-CN" altLang="en-US" b="1" u="sng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组：项目题目</a:t>
            </a:r>
            <a:endParaRPr lang="zh-CN" altLang="en-US" b="1" u="sng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（</a:t>
            </a:r>
            <a:r>
              <a:rPr lang="en-US" altLang="zh-CN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）项目报告</a:t>
            </a: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双面打印纸质版</a:t>
            </a: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封面单面打印，其他双面打印，订书机侧面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装订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提交材料具体包括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项目报告：包括</a:t>
            </a:r>
            <a:r>
              <a:rPr lang="zh-CN" altLang="en-US" u="sng"/>
              <a:t>项目名称</a:t>
            </a:r>
            <a:r>
              <a:rPr lang="zh-CN" altLang="en-US"/>
              <a:t>，</a:t>
            </a:r>
            <a:r>
              <a:rPr lang="zh-CN" altLang="en-US" u="sng"/>
              <a:t>主要内容</a:t>
            </a:r>
            <a:r>
              <a:rPr lang="zh-CN" altLang="en-US"/>
              <a:t>（逻辑清晰，分条列出，包括相关算法原理支撑，硬件选材（</a:t>
            </a:r>
            <a:r>
              <a:rPr lang="zh-CN" altLang="en-US"/>
              <a:t>若有）等），</a:t>
            </a:r>
            <a:r>
              <a:rPr lang="zh-CN" altLang="en-US" u="sng"/>
              <a:t>实验及结果</a:t>
            </a:r>
            <a:r>
              <a:rPr lang="zh-CN" altLang="en-US"/>
              <a:t>（交代实验数据，实验环境，实验结果及分析），</a:t>
            </a:r>
            <a:r>
              <a:rPr lang="zh-CN" altLang="en-US" u="sng"/>
              <a:t>小组成员信息及具体工作分工情况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项目成果视频：</a:t>
            </a:r>
            <a:r>
              <a:rPr lang="en-US" altLang="zh-CN"/>
              <a:t>5</a:t>
            </a:r>
            <a:r>
              <a:rPr lang="zh-CN" altLang="en-US"/>
              <a:t>分钟</a:t>
            </a:r>
            <a:r>
              <a:rPr lang="zh-CN" altLang="en-US"/>
              <a:t>内。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项目实现代码</a:t>
            </a:r>
            <a:r>
              <a:rPr lang="zh-CN" altLang="en-US"/>
              <a:t>或硬件。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项目</a:t>
            </a:r>
            <a:r>
              <a:rPr lang="en-US" altLang="zh-CN"/>
              <a:t>PPT</a:t>
            </a:r>
            <a:r>
              <a:rPr lang="zh-CN" altLang="en-US"/>
              <a:t>（可选提供，不强制</a:t>
            </a:r>
            <a:r>
              <a:rPr lang="zh-CN" altLang="en-US"/>
              <a:t>要求）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封面：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430" y="274955"/>
            <a:ext cx="4446270" cy="6344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5950" y="1613535"/>
            <a:ext cx="18180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封面请在资料文件夹下</a:t>
            </a:r>
            <a:r>
              <a:rPr lang="zh-CN" altLang="en-US"/>
              <a:t>下载：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项目报告封面</a:t>
            </a:r>
            <a:r>
              <a:rPr lang="en-US" altLang="zh-CN"/>
              <a:t>.docx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PPT</a:t>
            </a:r>
            <a:r>
              <a:rPr lang="zh-CN" altLang="en-US" dirty="0"/>
              <a:t>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421" y="1498289"/>
            <a:ext cx="5364851" cy="298047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06208"/>
            <a:ext cx="3943842" cy="2220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结果展示示例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A08D-F09B-294A-9F52-4E870772E8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1879"/>
            <a:ext cx="9144000" cy="5018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WPS 演示</Application>
  <PresentationFormat>全屏显示(4:3)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黑体</vt:lpstr>
      <vt:lpstr>微软雅黑</vt:lpstr>
      <vt:lpstr>Arial Unicode MS</vt:lpstr>
      <vt:lpstr>Calibri</vt:lpstr>
      <vt:lpstr>Office 主题</vt:lpstr>
      <vt:lpstr>Digital Speech Processing</vt:lpstr>
      <vt:lpstr>每一组项目所需提交材料示例</vt:lpstr>
      <vt:lpstr>封面举例</vt:lpstr>
      <vt:lpstr>PPT示例</vt:lpstr>
      <vt:lpstr>结果展示示例</vt:lpstr>
    </vt:vector>
  </TitlesOfParts>
  <Company>SHNU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Yanhua  LONG</dc:creator>
  <cp:lastModifiedBy>龙艳花</cp:lastModifiedBy>
  <cp:revision>248</cp:revision>
  <dcterms:created xsi:type="dcterms:W3CDTF">2013-07-06T02:36:00Z</dcterms:created>
  <dcterms:modified xsi:type="dcterms:W3CDTF">2026-04-27T08:36:34Z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E2A8406ABB8A4490B730EC711B4193D5_12</vt:lpwstr>
  </property>
</Properties>
</file>